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3444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INTERNSHIP REPORT</a:t>
            </a:r>
          </a:p>
          <a:p>
            <a:pPr>
              <a:defRPr sz="3200" b="1">
                <a:solidFill>
                  <a:srgbClr val="78E6BE"/>
                </a:solidFill>
              </a:defRPr>
            </a:pPr>
            <a:r>
              <a:t>AI WEB DEVELOPMENT</a:t>
            </a:r>
          </a:p>
          <a:p>
            <a:pPr>
              <a:defRPr sz="2300">
                <a:solidFill>
                  <a:srgbClr val="EBF0EB"/>
                </a:solidFill>
              </a:defRPr>
            </a:pPr>
            <a:r>
              <a:t>InAmigos Foundation (IAF)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84048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Abdul Muspik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IILM University, Greater Noida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09 June 2026 – 23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324F"/>
                </a:solidFill>
              </a:defRPr>
            </a:pPr>
            <a:r>
              <a:t>Internship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469"/>
                </a:solidFill>
              </a:defRPr>
            </a:pPr>
            <a:r>
              <a:t>Verified from the offer letter and completion certificate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91919"/>
                </a:solidFill>
              </a:defRPr>
            </a:pPr>
            <a:r>
              <a:t>• Organization: InAmigos Foundation (IAF)</a:t>
            </a:r>
          </a:p>
          <a:p>
            <a:pPr>
              <a:spcAft>
                <a:spcPts val="1000"/>
              </a:spcAft>
              <a:defRPr sz="2000">
                <a:solidFill>
                  <a:srgbClr val="191919"/>
                </a:solidFill>
              </a:defRPr>
            </a:pPr>
            <a:r>
              <a:t>• Role: AI Web Development Intern</a:t>
            </a:r>
          </a:p>
          <a:p>
            <a:pPr>
              <a:spcAft>
                <a:spcPts val="1000"/>
              </a:spcAft>
              <a:defRPr sz="2000">
                <a:solidFill>
                  <a:srgbClr val="191919"/>
                </a:solidFill>
              </a:defRPr>
            </a:pPr>
            <a:r>
              <a:t>• Duration: 09 June 2026 – 23 June 2026</a:t>
            </a:r>
          </a:p>
          <a:p>
            <a:pPr>
              <a:spcAft>
                <a:spcPts val="1000"/>
              </a:spcAft>
              <a:defRPr sz="2000">
                <a:solidFill>
                  <a:srgbClr val="191919"/>
                </a:solidFill>
              </a:defRPr>
            </a:pPr>
            <a:r>
              <a:t>• Work arrangement: generally remote</a:t>
            </a:r>
          </a:p>
          <a:p>
            <a:pPr>
              <a:spcAft>
                <a:spcPts val="1000"/>
              </a:spcAft>
              <a:defRPr sz="2000">
                <a:solidFill>
                  <a:srgbClr val="191919"/>
                </a:solidFill>
              </a:defRPr>
            </a:pPr>
            <a:r>
              <a:t>• Completion certificate issued: 07 July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469"/>
                </a:solidFill>
              </a:defRPr>
            </a:pPr>
            <a:r>
              <a:t>AI Web Development Internship  |  Abdul Muspik  |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324F"/>
                </a:solidFill>
              </a:defRPr>
            </a:pPr>
            <a:r>
              <a:t>Responsibilities &amp; Completion Status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7955279" cy="713232"/>
          </a:xfrm>
          <a:prstGeom prst="roundRect">
            <a:avLst/>
          </a:prstGeom>
          <a:solidFill>
            <a:srgbClr val="EBF0EC"/>
          </a:solidFill>
          <a:ln>
            <a:solidFill>
              <a:srgbClr val="D2D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91919"/>
                </a:solidFill>
              </a:defRPr>
            </a:pPr>
            <a:r>
              <a:t>AI Web Development / website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15400" y="1417320"/>
            <a:ext cx="2377440" cy="713232"/>
          </a:xfrm>
          <a:prstGeom prst="roundRect">
            <a:avLst/>
          </a:prstGeom>
          <a:solidFill>
            <a:srgbClr val="009669"/>
          </a:solidFill>
          <a:ln>
            <a:solidFill>
              <a:srgbClr val="00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COMPLETED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7955279" cy="713232"/>
          </a:xfrm>
          <a:prstGeom prst="roundRect">
            <a:avLst/>
          </a:prstGeom>
          <a:solidFill>
            <a:srgbClr val="EBF0EC"/>
          </a:solidFill>
          <a:ln>
            <a:solidFill>
              <a:srgbClr val="D2D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91919"/>
                </a:solidFill>
              </a:defRPr>
            </a:pPr>
            <a:r>
              <a:t>Website research / improvement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2468880"/>
            <a:ext cx="2377440" cy="713232"/>
          </a:xfrm>
          <a:prstGeom prst="roundRect">
            <a:avLst/>
          </a:prstGeom>
          <a:solidFill>
            <a:srgbClr val="009669"/>
          </a:solidFill>
          <a:ln>
            <a:solidFill>
              <a:srgbClr val="00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COMPLETED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20439"/>
            <a:ext cx="7955279" cy="713232"/>
          </a:xfrm>
          <a:prstGeom prst="roundRect">
            <a:avLst/>
          </a:prstGeom>
          <a:solidFill>
            <a:srgbClr val="EBF0EC"/>
          </a:solidFill>
          <a:ln>
            <a:solidFill>
              <a:srgbClr val="D2D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91919"/>
                </a:solidFill>
              </a:defRPr>
            </a:pPr>
            <a:r>
              <a:t>Digital / social presence research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15400" y="3520439"/>
            <a:ext cx="2377440" cy="713232"/>
          </a:xfrm>
          <a:prstGeom prst="roundRect">
            <a:avLst/>
          </a:prstGeom>
          <a:solidFill>
            <a:srgbClr val="009669"/>
          </a:solidFill>
          <a:ln>
            <a:solidFill>
              <a:srgbClr val="00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COMPLETED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7955279" cy="713232"/>
          </a:xfrm>
          <a:prstGeom prst="roundRect">
            <a:avLst/>
          </a:prstGeom>
          <a:solidFill>
            <a:srgbClr val="EBF0EC"/>
          </a:solidFill>
          <a:ln>
            <a:solidFill>
              <a:srgbClr val="D2D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91919"/>
                </a:solidFill>
              </a:defRPr>
            </a:pPr>
            <a:r>
              <a:t>Donation / fundraising activity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400" y="4572000"/>
            <a:ext cx="2377440" cy="713232"/>
          </a:xfrm>
          <a:prstGeom prst="roundRect">
            <a:avLst/>
          </a:prstGeom>
          <a:solidFill>
            <a:srgbClr val="009669"/>
          </a:solidFill>
          <a:ln>
            <a:solidFill>
              <a:srgbClr val="00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NOT COMPLETED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469"/>
                </a:solidFill>
              </a:defRPr>
            </a:pPr>
            <a:r>
              <a:t>AI Web Development Internship  |  Abdul Muspik  |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324F"/>
                </a:solidFill>
              </a:defRPr>
            </a:pPr>
            <a:r>
              <a:t>What the Internship Focused 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• Practical web development and interface composition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• Website improvement and UX-oriented analysis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• Digital presence research across social platforms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• Structured NGO website content: impact, campaigns, donation, volunteer and testimonials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• Documentation of work through screenshots and supporting internship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469"/>
                </a:solidFill>
              </a:defRPr>
            </a:pPr>
            <a:r>
              <a:t>AI Web Development Internship  |  Abdul Muspik  |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324F"/>
                </a:solidFill>
              </a:defRPr>
            </a:pPr>
            <a:r>
              <a:t>Project: HopeForward Website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469"/>
                </a:solidFill>
              </a:defRPr>
            </a:pPr>
            <a:r>
              <a:t>Supplied project/prototype evidence</a:t>
            </a:r>
          </a:p>
        </p:txBody>
      </p:sp>
      <p:pic>
        <p:nvPicPr>
          <p:cNvPr id="4" name="Picture 3" descr="Screenshot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6766560" cy="4251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35240" y="1554480"/>
            <a:ext cx="3840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91919"/>
                </a:solidFill>
              </a:defRPr>
            </a:pPr>
            <a:r>
              <a:t>• Clear NGO-style hero and mission</a:t>
            </a:r>
          </a:p>
          <a:p>
            <a:pPr>
              <a:spcAft>
                <a:spcPts val="1000"/>
              </a:spcAft>
              <a:defRPr sz="1500">
                <a:solidFill>
                  <a:srgbClr val="191919"/>
                </a:solidFill>
              </a:defRPr>
            </a:pPr>
            <a:r>
              <a:t>• Impact statistics and progress</a:t>
            </a:r>
          </a:p>
          <a:p>
            <a:pPr>
              <a:spcAft>
                <a:spcPts val="1000"/>
              </a:spcAft>
              <a:defRPr sz="1500">
                <a:solidFill>
                  <a:srgbClr val="191919"/>
                </a:solidFill>
              </a:defRPr>
            </a:pPr>
            <a:r>
              <a:t>• Campaign cards with funding status</a:t>
            </a:r>
          </a:p>
          <a:p>
            <a:pPr>
              <a:spcAft>
                <a:spcPts val="1000"/>
              </a:spcAft>
              <a:defRPr sz="1500">
                <a:solidFill>
                  <a:srgbClr val="191919"/>
                </a:solidFill>
              </a:defRPr>
            </a:pPr>
            <a:r>
              <a:t>• Donation and volunteer conversion paths</a:t>
            </a:r>
          </a:p>
          <a:p>
            <a:pPr>
              <a:spcAft>
                <a:spcPts val="1000"/>
              </a:spcAft>
              <a:defRPr sz="1500">
                <a:solidFill>
                  <a:srgbClr val="191919"/>
                </a:solidFill>
              </a:defRPr>
            </a:pPr>
            <a:r>
              <a:t>• Testimonials and organization information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469"/>
                </a:solidFill>
              </a:defRPr>
            </a:pPr>
            <a:r>
              <a:t>AI Web Development Internship  |  Abdul Muspik  |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324F"/>
                </a:solidFill>
              </a:defRPr>
            </a:pPr>
            <a:r>
              <a:t>Website Information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508760"/>
            <a:ext cx="2514600" cy="1417320"/>
          </a:xfrm>
          <a:prstGeom prst="roundRect">
            <a:avLst/>
          </a:prstGeom>
          <a:solidFill>
            <a:srgbClr val="EBF2EE"/>
          </a:solidFill>
          <a:ln>
            <a:solidFill>
              <a:srgbClr val="00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9669"/>
                </a:solidFill>
              </a:defRPr>
            </a:pPr>
            <a:r>
              <a:t>01</a:t>
            </a:r>
          </a:p>
          <a:p>
            <a:pPr>
              <a:defRPr sz="1700" b="1">
                <a:solidFill>
                  <a:srgbClr val="16324F"/>
                </a:solidFill>
              </a:defRPr>
            </a:pPr>
            <a:r>
              <a:t>Hero</a:t>
            </a:r>
          </a:p>
          <a:p>
            <a:pPr>
              <a:defRPr sz="1100">
                <a:solidFill>
                  <a:srgbClr val="5F6469"/>
                </a:solidFill>
              </a:defRPr>
            </a:pPr>
            <a:r>
              <a:t>Mission + primary CTA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508760"/>
            <a:ext cx="2514600" cy="1417320"/>
          </a:xfrm>
          <a:prstGeom prst="roundRect">
            <a:avLst/>
          </a:prstGeom>
          <a:solidFill>
            <a:srgbClr val="EBF2EE"/>
          </a:solidFill>
          <a:ln>
            <a:solidFill>
              <a:srgbClr val="00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9669"/>
                </a:solidFill>
              </a:defRPr>
            </a:pPr>
            <a:r>
              <a:t>02</a:t>
            </a:r>
          </a:p>
          <a:p>
            <a:pPr>
              <a:defRPr sz="1700" b="1">
                <a:solidFill>
                  <a:srgbClr val="16324F"/>
                </a:solidFill>
              </a:defRPr>
            </a:pPr>
            <a:r>
              <a:t>Impact</a:t>
            </a:r>
          </a:p>
          <a:p>
            <a:pPr>
              <a:defRPr sz="1100">
                <a:solidFill>
                  <a:srgbClr val="5F6469"/>
                </a:solidFill>
              </a:defRPr>
            </a:pPr>
            <a:r>
              <a:t>Statistics + program progress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508760"/>
            <a:ext cx="2514600" cy="1417320"/>
          </a:xfrm>
          <a:prstGeom prst="roundRect">
            <a:avLst/>
          </a:prstGeom>
          <a:solidFill>
            <a:srgbClr val="EBF2EE"/>
          </a:solidFill>
          <a:ln>
            <a:solidFill>
              <a:srgbClr val="00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9669"/>
                </a:solidFill>
              </a:defRPr>
            </a:pPr>
            <a:r>
              <a:t>03</a:t>
            </a:r>
          </a:p>
          <a:p>
            <a:pPr>
              <a:defRPr sz="1700" b="1">
                <a:solidFill>
                  <a:srgbClr val="16324F"/>
                </a:solidFill>
              </a:defRPr>
            </a:pPr>
            <a:r>
              <a:t>Campaigns</a:t>
            </a:r>
          </a:p>
          <a:p>
            <a:pPr>
              <a:defRPr sz="1100">
                <a:solidFill>
                  <a:srgbClr val="5F6469"/>
                </a:solidFill>
              </a:defRPr>
            </a:pPr>
            <a:r>
              <a:t>Initiatives + funding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5440" y="1508760"/>
            <a:ext cx="2514600" cy="1417320"/>
          </a:xfrm>
          <a:prstGeom prst="roundRect">
            <a:avLst/>
          </a:prstGeom>
          <a:solidFill>
            <a:srgbClr val="EBF2EE"/>
          </a:solidFill>
          <a:ln>
            <a:solidFill>
              <a:srgbClr val="00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9669"/>
                </a:solidFill>
              </a:defRPr>
            </a:pPr>
            <a:r>
              <a:t>04</a:t>
            </a:r>
          </a:p>
          <a:p>
            <a:pPr>
              <a:defRPr sz="1700" b="1">
                <a:solidFill>
                  <a:srgbClr val="16324F"/>
                </a:solidFill>
              </a:defRPr>
            </a:pPr>
            <a:r>
              <a:t>Donation</a:t>
            </a:r>
          </a:p>
          <a:p>
            <a:pPr>
              <a:defRPr sz="1100">
                <a:solidFill>
                  <a:srgbClr val="5F6469"/>
                </a:solidFill>
              </a:defRPr>
            </a:pPr>
            <a:r>
              <a:t>Amount + donor 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474720"/>
            <a:ext cx="2514600" cy="1417320"/>
          </a:xfrm>
          <a:prstGeom prst="roundRect">
            <a:avLst/>
          </a:prstGeom>
          <a:solidFill>
            <a:srgbClr val="EBF2EE"/>
          </a:solidFill>
          <a:ln>
            <a:solidFill>
              <a:srgbClr val="00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9669"/>
                </a:solidFill>
              </a:defRPr>
            </a:pPr>
            <a:r>
              <a:t>05</a:t>
            </a:r>
          </a:p>
          <a:p>
            <a:pPr>
              <a:defRPr sz="1700" b="1">
                <a:solidFill>
                  <a:srgbClr val="16324F"/>
                </a:solidFill>
              </a:defRPr>
            </a:pPr>
            <a:r>
              <a:t>Volunteer</a:t>
            </a:r>
          </a:p>
          <a:p>
            <a:pPr>
              <a:defRPr sz="1100">
                <a:solidFill>
                  <a:srgbClr val="5F6469"/>
                </a:solidFill>
              </a:defRPr>
            </a:pPr>
            <a:r>
              <a:t>Application + availability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3474720"/>
            <a:ext cx="2514600" cy="1417320"/>
          </a:xfrm>
          <a:prstGeom prst="roundRect">
            <a:avLst/>
          </a:prstGeom>
          <a:solidFill>
            <a:srgbClr val="EBF2EE"/>
          </a:solidFill>
          <a:ln>
            <a:solidFill>
              <a:srgbClr val="00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9669"/>
                </a:solidFill>
              </a:defRPr>
            </a:pPr>
            <a:r>
              <a:t>06</a:t>
            </a:r>
          </a:p>
          <a:p>
            <a:pPr>
              <a:defRPr sz="1700" b="1">
                <a:solidFill>
                  <a:srgbClr val="16324F"/>
                </a:solidFill>
              </a:defRPr>
            </a:pPr>
            <a:r>
              <a:t>Testimonials</a:t>
            </a:r>
          </a:p>
          <a:p>
            <a:pPr>
              <a:defRPr sz="1100">
                <a:solidFill>
                  <a:srgbClr val="5F6469"/>
                </a:solidFill>
              </a:defRPr>
            </a:pPr>
            <a:r>
              <a:t>Stories + social proof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3474720"/>
            <a:ext cx="2514600" cy="1417320"/>
          </a:xfrm>
          <a:prstGeom prst="roundRect">
            <a:avLst/>
          </a:prstGeom>
          <a:solidFill>
            <a:srgbClr val="EBF2EE"/>
          </a:solidFill>
          <a:ln>
            <a:solidFill>
              <a:srgbClr val="00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9669"/>
                </a:solidFill>
              </a:defRPr>
            </a:pPr>
            <a:r>
              <a:t>07</a:t>
            </a:r>
          </a:p>
          <a:p>
            <a:pPr>
              <a:defRPr sz="1700" b="1">
                <a:solidFill>
                  <a:srgbClr val="16324F"/>
                </a:solidFill>
              </a:defRPr>
            </a:pPr>
            <a:r>
              <a:t>Footer</a:t>
            </a:r>
          </a:p>
          <a:p>
            <a:pPr>
              <a:defRPr sz="1100">
                <a:solidFill>
                  <a:srgbClr val="5F6469"/>
                </a:solidFill>
              </a:defRPr>
            </a:pPr>
            <a:r>
              <a:t>Programs + support + contact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469"/>
                </a:solidFill>
              </a:defRPr>
            </a:pPr>
            <a:r>
              <a:t>AI Web Development Internship  |  Abdul Muspik  |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324F"/>
                </a:solidFill>
              </a:defRPr>
            </a:pPr>
            <a:r>
              <a:t>UX Findings &amp; Improvement 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469"/>
                </a:solidFill>
              </a:defRPr>
            </a:pPr>
            <a:r>
              <a:t>Based on the supplied InAmigos Foundation website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91919"/>
                </a:solidFill>
              </a:defRPr>
            </a:pPr>
            <a:r>
              <a:t>• Homepage: stronger Donate Now / Volunteer CTAs and earlier impact figures</a:t>
            </a:r>
          </a:p>
          <a:p>
            <a:pPr>
              <a:spcAft>
                <a:spcPts val="1000"/>
              </a:spcAft>
              <a:defRPr sz="1600">
                <a:solidFill>
                  <a:srgbClr val="191919"/>
                </a:solidFill>
              </a:defRPr>
            </a:pPr>
            <a:r>
              <a:t>• Impact: animated counters, icons and growth context</a:t>
            </a:r>
          </a:p>
          <a:p>
            <a:pPr>
              <a:spcAft>
                <a:spcPts val="1000"/>
              </a:spcAft>
              <a:defRPr sz="1600">
                <a:solidFill>
                  <a:srgbClr val="191919"/>
                </a:solidFill>
              </a:defRPr>
            </a:pPr>
            <a:r>
              <a:t>• Causes: differentiated visuals, testimonials and success stories</a:t>
            </a:r>
          </a:p>
          <a:p>
            <a:pPr>
              <a:spcAft>
                <a:spcPts val="1000"/>
              </a:spcAft>
              <a:defRPr sz="1600">
                <a:solidFill>
                  <a:srgbClr val="191919"/>
                </a:solidFill>
              </a:defRPr>
            </a:pPr>
            <a:r>
              <a:t>• Volunteers &amp; Events: richer profiles, registration, countdowns and galleries</a:t>
            </a:r>
          </a:p>
          <a:p>
            <a:pPr>
              <a:spcAft>
                <a:spcPts val="1000"/>
              </a:spcAft>
              <a:defRPr sz="1600">
                <a:solidFill>
                  <a:srgbClr val="191919"/>
                </a:solidFill>
              </a:defRPr>
            </a:pPr>
            <a:r>
              <a:t>• Contact: map, FAQs, WhatsApp option and response expectations</a:t>
            </a:r>
          </a:p>
          <a:p>
            <a:pPr>
              <a:spcAft>
                <a:spcPts val="1000"/>
              </a:spcAft>
              <a:defRPr sz="1600">
                <a:solidFill>
                  <a:srgbClr val="191919"/>
                </a:solidFill>
              </a:defRPr>
            </a:pPr>
            <a:r>
              <a:t>• Overall: sticky navigation, accessibility, mobile optimization, performance and donation visibility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469"/>
                </a:solidFill>
              </a:defRPr>
            </a:pPr>
            <a:r>
              <a:t>AI Web Development Internship  |  Abdul Muspik  |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324F"/>
                </a:solidFill>
              </a:defRPr>
            </a:pPr>
            <a:r>
              <a:t>Design Evidence</a:t>
            </a:r>
          </a:p>
        </p:txBody>
      </p:sp>
      <p:pic>
        <p:nvPicPr>
          <p:cNvPr id="3" name="Picture 2" descr="Screensho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5257800" cy="1965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392424"/>
            <a:ext cx="5257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6324F"/>
                </a:solidFill>
              </a:defRPr>
            </a:pPr>
            <a:r>
              <a:t>Landing / visual identity</a:t>
            </a:r>
          </a:p>
        </p:txBody>
      </p:sp>
      <p:pic>
        <p:nvPicPr>
          <p:cNvPr id="5" name="Picture 4" descr="Screenshot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17320"/>
            <a:ext cx="5257800" cy="1965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3392424"/>
            <a:ext cx="5257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6324F"/>
                </a:solidFill>
              </a:defRPr>
            </a:pPr>
            <a:r>
              <a:t>Visual DNA</a:t>
            </a:r>
          </a:p>
        </p:txBody>
      </p:sp>
      <p:pic>
        <p:nvPicPr>
          <p:cNvPr id="7" name="Picture 6" descr="Screenshot-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840480"/>
            <a:ext cx="5257800" cy="1965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815584"/>
            <a:ext cx="5257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6324F"/>
                </a:solidFill>
              </a:defRPr>
            </a:pPr>
            <a:r>
              <a:t>About / profile</a:t>
            </a:r>
          </a:p>
        </p:txBody>
      </p:sp>
      <p:pic>
        <p:nvPicPr>
          <p:cNvPr id="9" name="Picture 8" descr="Screenshot-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840480"/>
            <a:ext cx="5257800" cy="1965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5815584"/>
            <a:ext cx="5257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6324F"/>
                </a:solidFill>
              </a:defRPr>
            </a:pPr>
            <a:r>
              <a:t>Contact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469"/>
                </a:solidFill>
              </a:defRPr>
            </a:pPr>
            <a:r>
              <a:t>AI Web Development Internship  |  Abdul Muspik  |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324F"/>
                </a:solidFill>
              </a:defRPr>
            </a:pPr>
            <a:r>
              <a:t>Digital Presence Evidence</a:t>
            </a:r>
          </a:p>
        </p:txBody>
      </p:sp>
      <p:pic>
        <p:nvPicPr>
          <p:cNvPr id="3" name="Picture 2" descr="InstagramFollow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3474720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98932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6324F"/>
                </a:solidFill>
              </a:defRPr>
            </a:pPr>
            <a:r>
              <a:t>Instagram</a:t>
            </a:r>
          </a:p>
        </p:txBody>
      </p:sp>
      <p:pic>
        <p:nvPicPr>
          <p:cNvPr id="5" name="Picture 4" descr="FacebookFollow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417320"/>
            <a:ext cx="347472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434840" y="598932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6324F"/>
                </a:solidFill>
              </a:defRPr>
            </a:pPr>
            <a:r>
              <a:t>Facebook</a:t>
            </a:r>
          </a:p>
        </p:txBody>
      </p:sp>
      <p:pic>
        <p:nvPicPr>
          <p:cNvPr id="7" name="Picture 6" descr="LinkedInFollow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1417320"/>
            <a:ext cx="3474720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75320" y="598932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6324F"/>
                </a:solidFill>
              </a:defRPr>
            </a:pPr>
            <a:r>
              <a:t>LinkedIn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469"/>
                </a:solidFill>
              </a:defRPr>
            </a:pPr>
            <a:r>
              <a:t>AI Web Development Internship  |  Abdul Muspik  |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324F"/>
                </a:solidFill>
              </a:defRPr>
            </a:pPr>
            <a:r>
              <a:t>Key 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• Translating organizational needs into page structure and UI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• Designing conversion paths around donation and volunteering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• Using visual hierarchy to make information scannable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• Building structured campaign, form, testimonial and statistics components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• Evaluating UX through accessibility, mobile, trust and performance lenses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• Documenting development work professionally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469"/>
                </a:solidFill>
              </a:defRPr>
            </a:pPr>
            <a:r>
              <a:t>AI Web Development Internship  |  Abdul Muspik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324F"/>
                </a:solidFill>
              </a:defRPr>
            </a:pPr>
            <a:r>
              <a:t>Challenges, Limitations &amp; Accuracy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91919"/>
                </a:solidFill>
              </a:defRPr>
            </a:pPr>
            <a:r>
              <a:t>• Internship duration was short, so work required prioritization.</a:t>
            </a:r>
          </a:p>
          <a:p>
            <a:pPr>
              <a:spcAft>
                <a:spcPts val="1000"/>
              </a:spcAft>
              <a:defRPr sz="1700">
                <a:solidFill>
                  <a:srgbClr val="191919"/>
                </a:solidFill>
              </a:defRPr>
            </a:pPr>
            <a:r>
              <a:t>• Donation/fundraising activity was not completed and is not presented as completed.</a:t>
            </a:r>
          </a:p>
          <a:p>
            <a:pPr>
              <a:spcAft>
                <a:spcPts val="1000"/>
              </a:spcAft>
              <a:defRPr sz="1700">
                <a:solidFill>
                  <a:srgbClr val="191919"/>
                </a:solidFill>
              </a:defRPr>
            </a:pPr>
            <a:r>
              <a:t>• The report does not claim that the HopeForward prototype was deployed to InAmigos' production environment.</a:t>
            </a:r>
          </a:p>
          <a:p>
            <a:pPr>
              <a:spcAft>
                <a:spcPts val="1000"/>
              </a:spcAft>
              <a:defRPr sz="1700">
                <a:solidFill>
                  <a:srgbClr val="191919"/>
                </a:solidFill>
              </a:defRPr>
            </a:pPr>
            <a:r>
              <a:t>• Social-media numbers shown in screenshots are point-in-time evidence.</a:t>
            </a:r>
          </a:p>
          <a:p>
            <a:pPr>
              <a:spcAft>
                <a:spcPts val="1000"/>
              </a:spcAft>
              <a:defRPr sz="1700">
                <a:solidFill>
                  <a:srgbClr val="191919"/>
                </a:solidFill>
              </a:defRPr>
            </a:pPr>
            <a:r>
              <a:t>• All major claims in this presentation are grounded in the supplied internship documents and project evidence.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469"/>
                </a:solidFill>
              </a:defRPr>
            </a:pPr>
            <a:r>
              <a:t>AI Web Development Internship  |  Abdul Muspik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>
              <a:defRPr sz="2400">
                <a:solidFill>
                  <a:srgbClr val="78E6BE"/>
                </a:solidFill>
              </a:defRPr>
            </a:pPr>
            <a:r>
              <a:t>AI Web Development Internship</a:t>
            </a:r>
          </a:p>
          <a:p>
            <a:pPr>
              <a:defRPr sz="1800">
                <a:solidFill>
                  <a:srgbClr val="EBF0EB"/>
                </a:solidFill>
              </a:defRPr>
            </a:pPr>
            <a:r>
              <a:t>InAmigos Foundation  |  Abdul Muspik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7548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IILM University, Greater Noida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